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58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86" d="100"/>
          <a:sy n="86" d="100"/>
        </p:scale>
        <p:origin x="928" y="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EEC40-8F3E-CE90-B2D2-643B9AFFCA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3FC325-8D9A-516A-B7EF-30BE22EE8C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C29C7-F8C5-E7D0-BD62-32393F096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060A4-C84F-7044-94CA-596FC36000BE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D5EE8-13F9-3D87-B731-DFD3822B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F50DA-8E82-162B-4706-A8303B3CD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E79DF-9A94-8B44-BE66-0975D67E9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830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E42F0-8A82-E4E1-B8A4-CBFE10764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DA6CC-D9AD-B22C-D4FE-C5120BA1E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E905D-0A3D-6704-C4C5-421C252BA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060A4-C84F-7044-94CA-596FC36000BE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CCC63-B982-A55F-86C4-518103FEA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99DA4-A40D-05BE-08E2-19F782B1F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E79DF-9A94-8B44-BE66-0975D67E9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91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3C5B-BF26-4490-BCF0-00BB9449D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9F7A5-9BF4-7729-1AD9-F4FEAE544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B872E-0C47-DC39-6C91-45A6F1A7C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060A4-C84F-7044-94CA-596FC36000BE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F8A05-C827-B6D4-8459-47DF18FD1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B896F-D0BF-2852-70D9-7096AB17C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E79DF-9A94-8B44-BE66-0975D67E9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39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466D3-1404-FFE5-B52F-6EEB81ECD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A474D-DF3A-6B7F-F850-D2F8D9B772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558605-5C22-B344-C629-26F3A5B68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047E7-131E-4C38-D74F-D1E3D50E2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060A4-C84F-7044-94CA-596FC36000BE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C9AAC-E7B2-0B26-18B4-8FF210632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5537B-FE36-EEAA-20C0-7FB98B52C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E79DF-9A94-8B44-BE66-0975D67E9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889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A0C61-A318-9C66-9CD3-A1D8FC5B6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74DA2-803C-BFC7-9A90-6B22C7BAC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8E1870-0AF5-28FA-3B51-3EE71E705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50CB35-C147-23CE-3153-1155353B6F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2A3344-14E3-38C8-B890-1BF38E156F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1CBDB2-EECB-3816-D7AA-A08DEC494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060A4-C84F-7044-94CA-596FC36000BE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ECEE85-7D26-51DE-270F-E1B0337A2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A7320-EF19-E950-91AF-EF88944C7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E79DF-9A94-8B44-BE66-0975D67E9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936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9A53D-40FD-E6A1-D0AA-FEFC00A23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425156-5582-FBCE-BDCB-F7A91975C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060A4-C84F-7044-94CA-596FC36000BE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DC4BA8-134B-01CE-1A41-221F6C202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B6AEB-0396-A95F-67CE-74BBE59CF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E79DF-9A94-8B44-BE66-0975D67E9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995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2AE5C7-7E07-14F8-C2B2-CF7761D6A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060A4-C84F-7044-94CA-596FC36000BE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E1137F-B729-ECF1-F6E4-4EB884BC8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8448C-A7B3-478D-2C4B-1820B97CD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E79DF-9A94-8B44-BE66-0975D67E9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81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91EAD-E795-1555-6712-895689C0F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ACAA2-227A-190E-45EF-EBCC5C6D5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C244E-0F9B-3CC3-23BE-19C63D9C9D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D7FAB8-6A1A-FF44-3F13-33AFC92AB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060A4-C84F-7044-94CA-596FC36000BE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A5C7F8-26BE-2588-8335-35B681C9B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56DC2-C7D5-67A7-1BC7-DDED6657B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E79DF-9A94-8B44-BE66-0975D67E9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414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5842-792F-D092-CF4B-8557A885B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98EF49-54FB-BE53-D384-B3B9D562D9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77CBAA-E886-FDA3-8F75-B31FFB3E3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18BE2F-10D5-435B-0FEC-D137B004D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060A4-C84F-7044-94CA-596FC36000BE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AC15A1-0088-AB4B-8689-13A1223C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DB0383-5244-A1D3-7794-69F505C15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E79DF-9A94-8B44-BE66-0975D67E9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769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68553-0AFF-E382-C263-64E31F136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B91C1C-5891-D79B-836C-EA6706FDFB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2907D-421C-CC9F-40B0-17FA90087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060A4-C84F-7044-94CA-596FC36000BE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89056-F7A0-37AC-8358-1DCA4BFEB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26F8E-8A45-2C53-5062-CBE428755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E79DF-9A94-8B44-BE66-0975D67E9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582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F213FB-4C41-9601-D7EB-608FFD324A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1E269E-C792-BF67-964D-55BB92A031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099C4-0468-203E-4377-4B5736101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060A4-C84F-7044-94CA-596FC36000BE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8C230-BF9E-7E66-2AC8-3C3D0CD6F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10F02-48F4-BD3E-4CB9-747E9FA51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E79DF-9A94-8B44-BE66-0975D67E9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694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F3E944-CB76-599B-322C-9B1D0CD8B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45657-D364-7108-F46A-7FDF6C599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792BF-167C-3ACF-B13B-75719BCD22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C060A4-C84F-7044-94CA-596FC36000BE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1FEDA-5463-1228-A3B8-A1AB6653C2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581D6-BB00-4E60-3D2C-47DFB1F158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BE79DF-9A94-8B44-BE66-0975D67E9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92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63AEE-1DCB-0DCD-57C4-C7A7D69393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Stag-hunt</a:t>
            </a:r>
            <a:r>
              <a:rPr lang="zh-CN" altLang="en-US" dirty="0"/>
              <a:t> </a:t>
            </a:r>
            <a:r>
              <a:rPr lang="en-US" altLang="zh-CN" dirty="0"/>
              <a:t>Behavior</a:t>
            </a:r>
            <a:r>
              <a:rPr lang="zh-CN" altLang="en-US" dirty="0"/>
              <a:t> </a:t>
            </a:r>
            <a:r>
              <a:rPr lang="en-US" altLang="zh-CN" dirty="0"/>
              <a:t>Analysis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B5691F-B5D2-2325-7A0B-1B5CC7836F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V1.0</a:t>
            </a:r>
          </a:p>
          <a:p>
            <a:r>
              <a:rPr lang="en-US" altLang="zh-CN" dirty="0"/>
              <a:t>Ruizhi</a:t>
            </a:r>
            <a:r>
              <a:rPr lang="zh-CN" altLang="en-US" dirty="0"/>
              <a:t> </a:t>
            </a:r>
            <a:r>
              <a:rPr lang="en-US" altLang="zh-CN" dirty="0"/>
              <a:t>Yang</a:t>
            </a:r>
          </a:p>
          <a:p>
            <a:r>
              <a:rPr lang="en-US" altLang="zh-CN" dirty="0"/>
              <a:t>12/11/2025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033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4EC4C-C558-B004-52DC-0B7E1F8D8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Mapping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binary</a:t>
            </a:r>
            <a:r>
              <a:rPr lang="zh-CN" altLang="en-US" dirty="0"/>
              <a:t> </a:t>
            </a:r>
            <a:r>
              <a:rPr lang="en-US" altLang="zh-CN" dirty="0"/>
              <a:t>sequence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59B92E-7629-6BE4-3426-BA62E06DB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Variable</a:t>
            </a:r>
            <a:r>
              <a:rPr lang="zh-CN" altLang="en-US" dirty="0"/>
              <a:t> </a:t>
            </a:r>
            <a:r>
              <a:rPr lang="en-US" altLang="zh-CN" dirty="0"/>
              <a:t>p</a:t>
            </a:r>
            <a:r>
              <a:rPr lang="zh-CN" altLang="en-US" dirty="0"/>
              <a:t> </a:t>
            </a:r>
            <a:r>
              <a:rPr lang="en-US" altLang="zh-CN" dirty="0"/>
              <a:t>(4</a:t>
            </a:r>
            <a:r>
              <a:rPr lang="zh-CN" altLang="en-US" dirty="0"/>
              <a:t> </a:t>
            </a:r>
            <a:r>
              <a:rPr lang="en-US" altLang="zh-CN" dirty="0"/>
              <a:t>directions:</a:t>
            </a:r>
            <a:r>
              <a:rPr lang="zh-CN" altLang="en-US" dirty="0"/>
              <a:t> </a:t>
            </a:r>
            <a:r>
              <a:rPr lang="en-US" altLang="zh-CN" dirty="0"/>
              <a:t>0,1,2,3)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/>
              <a:t>choices(0:</a:t>
            </a:r>
            <a:r>
              <a:rPr lang="zh-CN" altLang="en-US" dirty="0"/>
              <a:t> </a:t>
            </a:r>
            <a:r>
              <a:rPr lang="en-US" altLang="zh-CN" dirty="0"/>
              <a:t>rabbit,</a:t>
            </a:r>
            <a:r>
              <a:rPr lang="zh-CN" altLang="en-US" dirty="0"/>
              <a:t> </a:t>
            </a:r>
            <a:r>
              <a:rPr lang="en-US" altLang="zh-CN" dirty="0"/>
              <a:t>1:</a:t>
            </a:r>
            <a:r>
              <a:rPr lang="zh-CN" altLang="en-US" dirty="0"/>
              <a:t> </a:t>
            </a:r>
            <a:r>
              <a:rPr lang="en-US" altLang="zh-CN" dirty="0"/>
              <a:t>stag)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08164C5-2130-485F-BEBB-CE3D98204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45" y="2654515"/>
            <a:ext cx="11300429" cy="4203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477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A6E0E-E88A-EDF8-5BFB-7ADFDE4E6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709AA-11E0-D523-61DB-D78B5F02E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</a:t>
            </a:r>
            <a:r>
              <a:rPr lang="en-US" altLang="zh-CN"/>
              <a:t>=2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BD5BAE-C7DB-B126-242A-2CE05BCFB8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122" y="1703048"/>
            <a:ext cx="2625647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010678-6254-63EB-C9F9-3BCA08428B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15" t="25481" r="6835" b="25250"/>
          <a:stretch/>
        </p:blipFill>
        <p:spPr>
          <a:xfrm>
            <a:off x="2701056" y="1476918"/>
            <a:ext cx="4857751" cy="39041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8D0A8B-85B9-12C5-6C79-94429BFF67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53" t="25789" r="8629" b="26212"/>
          <a:stretch/>
        </p:blipFill>
        <p:spPr>
          <a:xfrm>
            <a:off x="7376577" y="1476918"/>
            <a:ext cx="4666136" cy="376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095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8B6E1-4691-529E-1EA0-982C28CB7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CFD1F-DC04-AF52-B16B-052E3374F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</a:t>
            </a:r>
            <a:r>
              <a:rPr lang="en-US" altLang="zh-CN"/>
              <a:t>=3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49A4CA-C77D-CF3F-11FD-2DD4EC3461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782" y="1690688"/>
            <a:ext cx="2875991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080065-AB16-8A8C-7FF6-BBBF5FCFA1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33" t="24652" r="7760" b="25226"/>
          <a:stretch/>
        </p:blipFill>
        <p:spPr>
          <a:xfrm>
            <a:off x="2901779" y="1473296"/>
            <a:ext cx="4682265" cy="39114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3512CC-0FF4-3358-FC2A-5514879652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125" t="24652" r="5525" b="26667"/>
          <a:stretch/>
        </p:blipFill>
        <p:spPr>
          <a:xfrm>
            <a:off x="7509735" y="1473296"/>
            <a:ext cx="4682265" cy="369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308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DDEA0-C519-73A7-EBA2-0B3A20716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A5228-9614-A12A-2F2E-E610464C9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</a:t>
            </a:r>
            <a:r>
              <a:rPr lang="en-US" altLang="zh-CN" dirty="0"/>
              <a:t>=4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8EDB7D4-52BE-7D06-BC90-C0767B42F2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840" y="1670809"/>
            <a:ext cx="2670596" cy="4392061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B115E3-48B1-FD65-D0AD-3D6EA7AF9D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99" t="26377" r="7819" b="26376"/>
          <a:stretch/>
        </p:blipFill>
        <p:spPr>
          <a:xfrm>
            <a:off x="2911436" y="1596735"/>
            <a:ext cx="4597525" cy="36645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985C358-211F-7F61-D9FE-343DD92F20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83" t="24652" r="8434" b="26377"/>
          <a:stretch/>
        </p:blipFill>
        <p:spPr>
          <a:xfrm>
            <a:off x="7508961" y="1477223"/>
            <a:ext cx="4597525" cy="379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317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39</Words>
  <Application>Microsoft Macintosh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Stag-hunt Behavior Analysis</vt:lpstr>
      <vt:lpstr>Mapping to binary sequence</vt:lpstr>
      <vt:lpstr>K=2</vt:lpstr>
      <vt:lpstr>K=3</vt:lpstr>
      <vt:lpstr>K=4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YANG, Ruizhi N</dc:creator>
  <cp:lastModifiedBy>YANG, Ruizhi N</cp:lastModifiedBy>
  <cp:revision>19</cp:revision>
  <dcterms:created xsi:type="dcterms:W3CDTF">2025-11-12T14:50:47Z</dcterms:created>
  <dcterms:modified xsi:type="dcterms:W3CDTF">2025-11-12T16:57:57Z</dcterms:modified>
</cp:coreProperties>
</file>